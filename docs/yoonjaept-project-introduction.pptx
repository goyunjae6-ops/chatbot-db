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5947d32b054d49" /><Relationship Type="http://schemas.openxmlformats.org/officeDocument/2006/relationships/extended-properties" Target="/docProps/app.xml" Id="Re823f03f7e554b56" /><Relationship Type="http://schemas.openxmlformats.org/officeDocument/2006/relationships/officeDocument" Target="/ppt/presentation.xml" Id="Refefaff90c6d47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c38289839b43d1"/>
  </p:sldMasterIdLst>
  <p:notesMasterIdLst>
    <p:notesMasterId xmlns:r="http://schemas.openxmlformats.org/officeDocument/2006/relationships" r:id="Ra3ca7bab569848f0"/>
  </p:notesMasterIdLst>
  <p:sldIdLst>
    <p:sldId xmlns:r="http://schemas.openxmlformats.org/officeDocument/2006/relationships" id="256" r:id="R43fbf7f8fff34171"/>
    <p:sldId xmlns:r="http://schemas.openxmlformats.org/officeDocument/2006/relationships" id="257" r:id="Rb7dca5df5fa2457d"/>
    <p:sldId xmlns:r="http://schemas.openxmlformats.org/officeDocument/2006/relationships" id="258" r:id="R21f6e8d5945e4eae"/>
    <p:sldId xmlns:r="http://schemas.openxmlformats.org/officeDocument/2006/relationships" id="259" r:id="R38b6228eae3141b6"/>
    <p:sldId xmlns:r="http://schemas.openxmlformats.org/officeDocument/2006/relationships" id="260" r:id="R14bc84e73bda4b04"/>
    <p:sldId xmlns:r="http://schemas.openxmlformats.org/officeDocument/2006/relationships" id="261" r:id="R2d6167471ce44831"/>
    <p:sldId xmlns:r="http://schemas.openxmlformats.org/officeDocument/2006/relationships" id="262" r:id="R5841e930e86842ef"/>
    <p:sldId xmlns:r="http://schemas.openxmlformats.org/officeDocument/2006/relationships" id="263" r:id="R6ceb1fa2631545bc"/>
    <p:sldId xmlns:r="http://schemas.openxmlformats.org/officeDocument/2006/relationships" id="264" r:id="R3585d1f94afb48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1a0ac7052b4885" /><Relationship Type="http://schemas.openxmlformats.org/officeDocument/2006/relationships/slideMaster" Target="/ppt/slideMasters/slideMaster1.xml" Id="R85c38289839b43d1" /><Relationship Type="http://schemas.openxmlformats.org/officeDocument/2006/relationships/notesMaster" Target="/ppt/notesMasters/notesMaster1.xml" Id="Ra3ca7bab569848f0" /><Relationship Type="http://schemas.openxmlformats.org/officeDocument/2006/relationships/presProps" Target="/ppt/presProps.xml" Id="R3205d312d93c4979" /><Relationship Type="http://schemas.openxmlformats.org/officeDocument/2006/relationships/tableStyles" Target="/ppt/tableStyles.xml" Id="Rb60fce3b594348bb" /><Relationship Type="http://schemas.openxmlformats.org/officeDocument/2006/relationships/slide" Target="/ppt/slides/slide1.xml" Id="R43fbf7f8fff34171" /><Relationship Type="http://schemas.openxmlformats.org/officeDocument/2006/relationships/slide" Target="/ppt/slides/slide2.xml" Id="Rb7dca5df5fa2457d" /><Relationship Type="http://schemas.openxmlformats.org/officeDocument/2006/relationships/slide" Target="/ppt/slides/slide3.xml" Id="R21f6e8d5945e4eae" /><Relationship Type="http://schemas.openxmlformats.org/officeDocument/2006/relationships/slide" Target="/ppt/slides/slide4.xml" Id="R38b6228eae3141b6" /><Relationship Type="http://schemas.openxmlformats.org/officeDocument/2006/relationships/slide" Target="/ppt/slides/slide5.xml" Id="R14bc84e73bda4b04" /><Relationship Type="http://schemas.openxmlformats.org/officeDocument/2006/relationships/slide" Target="/ppt/slides/slide6.xml" Id="R2d6167471ce44831" /><Relationship Type="http://schemas.openxmlformats.org/officeDocument/2006/relationships/slide" Target="/ppt/slides/slide7.xml" Id="R5841e930e86842ef" /><Relationship Type="http://schemas.openxmlformats.org/officeDocument/2006/relationships/slide" Target="/ppt/slides/slide8.xml" Id="R6ceb1fa2631545bc" /><Relationship Type="http://schemas.openxmlformats.org/officeDocument/2006/relationships/slide" Target="/ppt/slides/slide9.xml" Id="R3585d1f94afb48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7cc73e436345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64062f02bf49d0" /><Relationship Type="http://schemas.openxmlformats.org/officeDocument/2006/relationships/notesMaster" Target="/ppt/notesMasters/notesMaster1.xml" Id="R1d73467d8a1645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5a1c44384048c6" /><Relationship Type="http://schemas.openxmlformats.org/officeDocument/2006/relationships/notesMaster" Target="/ppt/notesMasters/notesMaster1.xml" Id="R26f6bc36c3cc45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9a40a679474c2a" /><Relationship Type="http://schemas.openxmlformats.org/officeDocument/2006/relationships/notesMaster" Target="/ppt/notesMasters/notesMaster1.xml" Id="R46699448673849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c9616c1578497c" /><Relationship Type="http://schemas.openxmlformats.org/officeDocument/2006/relationships/notesMaster" Target="/ppt/notesMasters/notesMaster1.xml" Id="R04956189157944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dd2bb5f9234c35" /><Relationship Type="http://schemas.openxmlformats.org/officeDocument/2006/relationships/notesMaster" Target="/ppt/notesMasters/notesMaster1.xml" Id="Rdc3c0ac4371744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287b44cc92428f" /><Relationship Type="http://schemas.openxmlformats.org/officeDocument/2006/relationships/notesMaster" Target="/ppt/notesMasters/notesMaster1.xml" Id="R52ad16d14cae44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97499d44334650" /><Relationship Type="http://schemas.openxmlformats.org/officeDocument/2006/relationships/notesMaster" Target="/ppt/notesMasters/notesMaster1.xml" Id="Ra072f641426642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05d5b2c40e4756" /><Relationship Type="http://schemas.openxmlformats.org/officeDocument/2006/relationships/notesMaster" Target="/ppt/notesMasters/notesMaster1.xml" Id="Ra252492bdc074d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135c8234404c9a" /><Relationship Type="http://schemas.openxmlformats.org/officeDocument/2006/relationships/notesMaster" Target="/ppt/notesMasters/notesMaster1.xml" Id="R4555f99173e443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C:/Users/PC/Desktop/python/chatbot/backend/main.py, backend/basic_bot.py, backend/basic_tools.py, backend/db.py, frontend/src/App.jsx. 2026-10-16 코드 기준.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C:/Users/PC/Desktop/python/chatbot/backend/main.py, backend/basic_bot.py, backend/basic_tools.py, backend/db.py, frontend/src/App.jsx. 2026-10-16 코드 기준. 기능 설명용 AI 생성 일러스트.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C:/Users/PC/Desktop/python/chatbot/backend/main.py, backend/basic_bot.py, backend/basic_tools.py, backend/db.py, frontend/src/App.jsx. 2026-10-16 코드 기준.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C:/Users/PC/Desktop/python/chatbot/backend/main.py, backend/basic_bot.py, backend/basic_tools.py, backend/db.py, frontend/src/App.jsx. 2026-10-16 코드 기준. 서버 구조 설명용 AI 생성 일러스트.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C:/Users/PC/Desktop/python/chatbot/backend/main.py, backend/basic_bot.py, backend/basic_tools.py, backend/db.py, frontend/src/App.jsx. 2026-10-16 코드 기준.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C:/Users/PC/Desktop/python/chatbot/backend/main.py, backend/basic_bot.py, backend/basic_tools.py, backend/db.py, frontend/src/App.jsx. 2026-10-16 코드 기준.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C:/Users/PC/Desktop/python/chatbot/backend/main.py, backend/basic_bot.py, backend/basic_tools.py, backend/db.py, frontend/src/App.jsx. 2026-10-16 코드 기준.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C:/Users/PC/Desktop/python/chatbot/backend/main.py, backend/basic_bot.py, backend/basic_tools.py, backend/db.py, frontend/src/App.jsx. 2026-10-16 코드 기준. Claude를 화면 및 API 개발 과정의 코딩 보조 도구로 활용. Hugging Face 모드는 환경 설정에 따라 선택 가능.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618a260d2243f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e5299bfb03457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7df89767514db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3c3023a1be49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ee48cc09cd4c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ba2d26354348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ABFF0F-94B1-4555-BD2F-5BEE8194E5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8EF1543-A922-4925-8BDD-7E9BB942A5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3E7537C-627B-4F9B-A108-79922D31C8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D2BE14-A39D-48BD-B201-07ACF67923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265F0BE-58AF-4BAE-BBE4-78BC0968ED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F3D128A-FE33-45C4-9E52-4A208C76B7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5C7863F-8FFB-42AF-AB6C-898941B044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948D5E6-1879-484D-9BD7-0CB9E4B1918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7FE707-D540-4F07-9C7B-1350532B7B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3BCE2E-6028-407C-81DE-0819453666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9ccc8c5c234e51" /><Relationship Type="http://schemas.openxmlformats.org/officeDocument/2006/relationships/slideLayout" Target="/ppt/slideLayouts/slideLayout1.xml" Id="R60f18acd55534bc0" /><Relationship Type="http://schemas.openxmlformats.org/officeDocument/2006/relationships/slideLayout" Target="/ppt/slideLayouts/slideLayout2.xml" Id="Rcb2f6b4beeb14c51" /><Relationship Type="http://schemas.openxmlformats.org/officeDocument/2006/relationships/slideLayout" Target="/ppt/slideLayouts/slideLayout3.xml" Id="R59eab2ffa9984d88" /><Relationship Type="http://schemas.openxmlformats.org/officeDocument/2006/relationships/slideLayout" Target="/ppt/slideLayouts/slideLayout4.xml" Id="R1b272673fb6d49c5" /><Relationship Type="http://schemas.openxmlformats.org/officeDocument/2006/relationships/slideLayout" Target="/ppt/slideLayouts/slideLayout5.xml" Id="R1c38e57b1a154568" /><Relationship Type="http://schemas.openxmlformats.org/officeDocument/2006/relationships/slideLayout" Target="/ppt/slideLayouts/slideLayout6.xml" Id="R70c5feecacf444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f18acd55534bc0"/>
    <p:sldLayoutId xmlns:r="http://schemas.openxmlformats.org/officeDocument/2006/relationships" id="2147483650" r:id="Rcb2f6b4beeb14c51"/>
    <p:sldLayoutId xmlns:r="http://schemas.openxmlformats.org/officeDocument/2006/relationships" id="2147483651" r:id="R59eab2ffa9984d88"/>
    <p:sldLayoutId xmlns:r="http://schemas.openxmlformats.org/officeDocument/2006/relationships" id="2147483652" r:id="R1b272673fb6d49c5"/>
    <p:sldLayoutId xmlns:r="http://schemas.openxmlformats.org/officeDocument/2006/relationships" id="2147483653" r:id="R1c38e57b1a154568"/>
    <p:sldLayoutId xmlns:r="http://schemas.openxmlformats.org/officeDocument/2006/relationships" id="2147483654" r:id="R70c5feecacf444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7d20a9c9e54b6c" /><Relationship Type="http://schemas.openxmlformats.org/officeDocument/2006/relationships/image" Target="/ppt/media/image.png" Id="R1546125316c9465b" /><Relationship Type="http://schemas.openxmlformats.org/officeDocument/2006/relationships/image" Target="/ppt/media/image.svg" Id="R9ce47f4233bd4a4c" /><Relationship Type="http://schemas.openxmlformats.org/officeDocument/2006/relationships/notesSlide" Target="/ppt/notesSlides/notesSlide1.xml" Id="R231769f383844a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851757f59a401a" /><Relationship Type="http://schemas.openxmlformats.org/officeDocument/2006/relationships/notesSlide" Target="/ppt/notesSlides/notesSlide2.xml" Id="Re7d7ef6be1ac4a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1d65db15ad407b" /><Relationship Type="http://schemas.openxmlformats.org/officeDocument/2006/relationships/image" Target="/ppt/media/image2.png" Id="R6c7a10aed0c24cc2" /><Relationship Type="http://schemas.openxmlformats.org/officeDocument/2006/relationships/notesSlide" Target="/ppt/notesSlides/notesSlide3.xml" Id="R88fc5e0ac88347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cd343913c74542" /><Relationship Type="http://schemas.openxmlformats.org/officeDocument/2006/relationships/image" Target="/ppt/media/image3.png" Id="Rc9d0e0a80e574bf3" /><Relationship Type="http://schemas.openxmlformats.org/officeDocument/2006/relationships/notesSlide" Target="/ppt/notesSlides/notesSlide4.xml" Id="R8cf5244a863b4a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a31ed381a241c9" /><Relationship Type="http://schemas.openxmlformats.org/officeDocument/2006/relationships/image" Target="/ppt/media/image4.png" Id="R35fba7fcbc1143d3" /><Relationship Type="http://schemas.openxmlformats.org/officeDocument/2006/relationships/notesSlide" Target="/ppt/notesSlides/notesSlide5.xml" Id="Rb55a5a29c0294b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c324fc02e84a3b" /><Relationship Type="http://schemas.openxmlformats.org/officeDocument/2006/relationships/notesSlide" Target="/ppt/notesSlides/notesSlide6.xml" Id="Re5a2025a405a4e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877c2767b540e4" /><Relationship Type="http://schemas.openxmlformats.org/officeDocument/2006/relationships/notesSlide" Target="/ppt/notesSlides/notesSlide7.xml" Id="R6d6674d8c82a46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ed7fc0ee664c59" /><Relationship Type="http://schemas.openxmlformats.org/officeDocument/2006/relationships/notesSlide" Target="/ppt/notesSlides/notesSlide8.xml" Id="R3fbbdb46c9224a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4a17fd83d54f05" /><Relationship Type="http://schemas.openxmlformats.org/officeDocument/2006/relationships/notesSlide" Target="/ppt/notesSlides/notesSlide9.xml" Id="Rc2601fe45dcd44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62B2E-139A-4D10-B722-DFCD610F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66825"/>
            <a:ext cx="695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72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72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pPr>
            <a:r>
              <a:rPr sz="72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rPr>
              <a:t>윤재피티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42E77-0FE2-44C7-9060-2EB6EEDD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33675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450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450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rPr>
              <a:t>AI Chatbot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590CE-9161-43D7-A8F4-CB82BB37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529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550" b="0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202020"/>
                </a:solidFill>
                <a:latin typeface="Malgun Gothic"/>
                <a:ea typeface="Malgun Gothic"/>
                <a:cs typeface="Malgun Gothic"/>
              </a:rPr>
              <a:t>Python과 React로 구현한 한국어 챗봇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33E3E-0D69-4B4A-9599-DEFA62C5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7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서비스 기능과 웹 애플리케이션 구현 구조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0F05BE-8DDA-4B6C-B26C-4DB0E268AA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46125316c9465b">
            <a:extLst>
              <a:ext uri="{96DAC541-7B7A-43D3-8B79-37D633B846F1}">
                <asvg:svgBlip xmlns:asvg="http://schemas.microsoft.com/office/drawing/2016/SVG/main" r:embed="R9ce47f4233bd4a4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10625" y="1476375"/>
            <a:ext cx="2095500" cy="2095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4698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B842AE-542B-47FD-878A-BDEF9C5D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5D1ED-CACB-4C84-A2EE-1F4588CC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rPr>
              <a:t>목차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9A621-51E0-415B-B919-AC57EE98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8054E-7B69-4765-A829-963E891E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70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64D01-CBF6-4B97-B8B6-A447E21A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907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rPr>
              <a:t>서비스 소개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9DBFE-4419-43A1-93D1-B6E2546B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609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주요 기능과 사용 화면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E3D6C-133F-4C15-8C82-FF0CFC66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70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470EE-9819-480A-9022-A59A293A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rPr>
              <a:t>구현 구조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180800-97F6-4C58-A7C7-4BB5248D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76625"/>
            <a:ext cx="609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Python 백엔드와 React 프론트엔드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A74EA-FF79-45C4-A7DF-CC45B956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70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BE030-2824-4C20-A1CE-31D6043F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rPr>
              <a:t>연결과 안정성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9C8A0C-3931-4A61-B1A6-E91A3E5C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0"/>
            <a:ext cx="609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API 통신, 오류 처리와 배포</a:t>
            </a:r>
          </a:p>
        </p:txBody>
      </p:sp>
    </p:spTree>
    <p:extLst>
      <p:ext uri="{BB962C8B-B14F-4D97-AF65-F5344CB8AC3E}">
        <p14:creationId xmlns:p14="http://schemas.microsoft.com/office/powerpoint/2010/main" val="20317134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2CF05-B2B7-44F5-8033-24FA667B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rPr>
              <a:t>01  서비스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8D46A-C419-47AE-9DE6-430A9B60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rPr>
              <a:t>윤재피티의 주요 기능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9A8BD-16FE-4982-8F18-28487AD4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CCF0F-4DDA-4E5B-B7C4-C99EB5BD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rPr>
              <a:t>대화 관리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654B9-224D-41FD-973E-D7F2E007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기록 검색과 제목 변경·삭제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1AF58-800F-48D1-8199-6A9C8AD0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95675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rPr>
              <a:t>계산과 생활 도구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1D8B5-BE8F-4E33-9E1F-4EDDD5E4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29075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퍼센트·할인 계산과 날짜·목록 정리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7BB2A-702B-46A0-9F4A-7E71FD9F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387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rPr>
              <a:t>답변 활용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081E8-A647-493D-9F39-EC0C1706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721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답변 복사와 텍스트 내보내기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82A47-A732-4B6D-AC51-5E861EC377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a10aed0c24cc2"/>
          <a:stretch xmlns:a="http://schemas.openxmlformats.org/drawingml/2006/main"/>
        </p:blipFill>
        <p:spPr>
          <a:xfrm xmlns:a="http://schemas.openxmlformats.org/drawingml/2006/main">
            <a:off x="7096125" y="1943100"/>
            <a:ext cx="419100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9016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7B6176-34C3-4F7B-BC28-5246AB45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rPr>
              <a:t>01  서비스 소개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21027-8D16-4182-9DD9-8430B59A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rPr>
              <a:t>질문을 입력하고, 대화를 이어갑니다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6C6F9-0383-485C-A1DB-C23BF6CD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09989-D3B3-447C-BFE2-AAC0E482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1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65796B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5AD5A-422A-441C-8565-01737A62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7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rPr>
              <a:t>질문이나 계산식을 전송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85FE0-6FAA-4CEA-8A0D-2F9F12E7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250" b="1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65796B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7B8D0-57C3-4EBB-BEEA-1FCA3DDD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7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rPr>
              <a:t>답변을 읽고 기록을 다시 검색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50012-247B-49F4-B907-2C8450320B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0e0a80e574bf3"/>
          <a:stretch xmlns:a="http://schemas.openxmlformats.org/drawingml/2006/main"/>
        </p:blipFill>
        <p:spPr>
          <a:xfrm xmlns:a="http://schemas.openxmlformats.org/drawingml/2006/main">
            <a:off x="7524750" y="2185892"/>
            <a:ext cx="4000500" cy="343871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FC7C83-742F-4436-8E73-B3E628F9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9817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7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모바일 화면 재현 목업</a:t>
            </a:r>
          </a:p>
        </p:txBody>
      </p:sp>
    </p:spTree>
    <p:extLst>
      <p:ext uri="{BB962C8B-B14F-4D97-AF65-F5344CB8AC3E}">
        <p14:creationId xmlns:p14="http://schemas.microsoft.com/office/powerpoint/2010/main" val="6092811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30E428-BC7D-42F2-848E-0E113987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rPr>
              <a:t>02  구현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46F1B-DCE8-45EC-BBA5-B1A3AB39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rPr>
              <a:t>화면과 서버의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BC146-35DC-4FF0-BD8C-AAF4C8F3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E6BC1-CA1D-4E31-B8B5-CE71AF8D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15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rPr>
              <a:t>React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36153-7327-416E-B6E6-1CE9C87B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입력과 메시지 표시</a:t>
            </a:r>
          </a:p>
          <a:p xmlns:a="http://schemas.openxmlformats.org/drawingml/2006/main">
            <a:pPr>
              <a:defRPr sz="217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대화 목록과 응답 상태 관리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4E455-B018-4014-BC78-05AAC672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57675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15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rPr>
              <a:t>Python + FastAPI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4A7FB-3485-45CB-A7FF-970744C6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81575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7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요청 검증과 답변 생성</a:t>
            </a:r>
          </a:p>
          <a:p xmlns:a="http://schemas.openxmlformats.org/drawingml/2006/main">
            <a:pPr>
              <a:defRPr sz="217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대화 기록 저장과 모델 연결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5A475E-27A7-4795-BF37-1E78CEC442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ba7fcbc1143d3"/>
          <a:stretch xmlns:a="http://schemas.openxmlformats.org/drawingml/2006/main"/>
        </p:blipFill>
        <p:spPr>
          <a:xfrm xmlns:a="http://schemas.openxmlformats.org/drawingml/2006/main">
            <a:off x="7096125" y="1971675"/>
            <a:ext cx="4191000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3125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11931-5E01-4BF1-9C06-C5F598FE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rPr>
              <a:t>02  구현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AD679-8F3C-499C-9938-CB87CA05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rPr>
              <a:t>Python의 답변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40BBD-319F-4D12-9381-213C733F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2284F-6020-45ED-B352-933E47F6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5742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850" b="1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65796B"/>
                </a:solidFill>
                <a:latin typeface="Malgun Gothic"/>
                <a:ea typeface="Malgun Gothic"/>
                <a:cs typeface="Malgun Gothic"/>
              </a:rPr>
              <a:t>기본 모드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302A3-6F4F-419F-89F2-12581E86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7525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85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rPr>
              <a:t>규칙과 계산 코드로 답변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C1962-A03E-4092-B353-7D95504E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datetime으로 날짜 계산</a:t>
            </a:r>
          </a:p>
          <a:p xmlns:a="http://schemas.openxmlformats.org/drawingml/2006/main">
            <a:pPr>
              <a:defRPr sz="210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Decimal로 수치 처리</a:t>
            </a:r>
          </a:p>
          <a:p xmlns:a="http://schemas.openxmlformats.org/drawingml/2006/main">
            <a:pPr>
              <a:defRPr sz="210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외부 AI API 없이 동작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8B8C8-5A21-4E4B-9CD2-51895DC0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5742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700" b="1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65796B"/>
                </a:solidFill>
                <a:latin typeface="Malgun Gothic"/>
                <a:ea typeface="Malgun Gothic"/>
                <a:cs typeface="Malgun Gothic"/>
              </a:rPr>
              <a:t>Hugging Face 모드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73CF6-E98F-416F-BF3F-649930BF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57525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85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rPr>
              <a:t>대화 기록을 모델에 전달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63BC9-38CE-4260-AFB4-3DDCA007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410075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10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환경 설정으로 선택</a:t>
            </a:r>
          </a:p>
          <a:p xmlns:a="http://schemas.openxmlformats.org/drawingml/2006/main">
            <a:pPr>
              <a:defRPr sz="210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토큰과 지원 모델 필요</a:t>
            </a:r>
          </a:p>
          <a:p xmlns:a="http://schemas.openxmlformats.org/drawingml/2006/main">
            <a:pPr>
              <a:defRPr sz="210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모델 응답을 받아 화면에 전달</a:t>
            </a:r>
          </a:p>
        </p:txBody>
      </p:sp>
    </p:spTree>
    <p:extLst>
      <p:ext uri="{BB962C8B-B14F-4D97-AF65-F5344CB8AC3E}">
        <p14:creationId xmlns:p14="http://schemas.microsoft.com/office/powerpoint/2010/main" val="2693288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C09FD-2F94-4ABF-845B-A6387DC7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rPr>
              <a:t>02  구현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BD734-E354-421B-90E0-F96973DE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rPr>
              <a:t>React의 화면 상태 관리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E2D49-C096-4148-8551-D4C282E2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44DD7-66F4-4746-9E71-9502EA28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70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34CCF-094C-494E-A3C1-A767D9EB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907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rPr>
              <a:t>상태 관리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381E0-7F79-473F-88BF-75593876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609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useState로 메시지·입력값·대화 목록 관리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4E750-5E4E-4929-B64E-FB46B8CE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70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D0F33A-40FA-4019-9FCC-5366E631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rPr>
              <a:t>서버 요청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E0084E-6DE4-42B6-8045-8A9488B2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76625"/>
            <a:ext cx="609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fetch로 질문 전송과 대화 기록 조회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BBEB81-898F-45B7-B173-328493A4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70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D8317-BC3E-4112-AF24-A53D2FC3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rPr>
              <a:t>화면 갱신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4FDD2-9E9A-44C4-B64F-391ADFE4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0"/>
            <a:ext cx="609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서버 응답을 반영하고 대기·오류 상태 표시</a:t>
            </a:r>
          </a:p>
        </p:txBody>
      </p:sp>
    </p:spTree>
    <p:extLst>
      <p:ext uri="{BB962C8B-B14F-4D97-AF65-F5344CB8AC3E}">
        <p14:creationId xmlns:p14="http://schemas.microsoft.com/office/powerpoint/2010/main" val="8960731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12507-5F76-4B29-9CEB-395933BC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rPr>
              <a:t>03  연결과 안정성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EF3BB-3385-4985-B838-A7A9F07A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rPr>
              <a:t>안정적인 연결과 기록 관리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DA446-0056-434A-933B-6F97D8E7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9A130-6D75-460B-A8D0-CA52F057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70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4E70E-E580-40BF-A1F9-E7FD4EF2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4312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rPr>
              <a:t>입력과 저장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E7B03-85A2-4935-955C-B90BB2C0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43125"/>
            <a:ext cx="609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빈 메시지와 길이 검증</a:t>
            </a:r>
          </a:p>
          <a:p xmlns:a="http://schemas.openxmlformats.org/drawingml/2006/main">
            <a:pPr>
              <a:def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요청 ID로 중복 저장 방지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1BCE4-7FD6-4D66-BDF3-982CE87B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70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79A6A-A4BB-4AC8-81A8-8F93D56B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rPr>
              <a:t>오류 복구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707B2-7479-4ED8-B632-CA4F6520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609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응답 대기와 연결 오류 안내</a:t>
            </a:r>
          </a:p>
          <a:p xmlns:a="http://schemas.openxmlformats.org/drawingml/2006/main">
            <a:pPr>
              <a:def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실패한 요청 재시도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4FA05-CF2E-446D-B014-0B4B693D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70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65796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BBD8A-4033-4660-B0A3-8EBEA2FD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1487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02020"/>
                </a:solidFill>
                <a:latin typeface="Malgun Gothic"/>
                <a:ea typeface="Malgun Gothic"/>
                <a:cs typeface="Malgun Gothic"/>
              </a:rPr>
              <a:t>배포 연결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F9C00A-B548-459E-8CF6-D466C648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14875"/>
            <a:ext cx="609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Render에 화면과 서버 배포</a:t>
            </a:r>
          </a:p>
          <a:p xmlns:a="http://schemas.openxmlformats.org/drawingml/2006/main">
            <a:pPr>
              <a:def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77766F"/>
                </a:solidFill>
                <a:latin typeface="Malgun Gothic"/>
                <a:ea typeface="Malgun Gothic"/>
                <a:cs typeface="Malgun Gothic"/>
              </a:rPr>
              <a:t>API 주소와 CORS 허용 출처 설정</a:t>
            </a:r>
          </a:p>
        </p:txBody>
      </p:sp>
    </p:spTree>
    <p:extLst>
      <p:ext uri="{BB962C8B-B14F-4D97-AF65-F5344CB8AC3E}">
        <p14:creationId xmlns:p14="http://schemas.microsoft.com/office/powerpoint/2010/main" val="7178867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02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FA8DDE-19FD-4CEA-9369-EC5BF405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C3CFB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3CF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CFBF"/>
                </a:solidFill>
                <a:latin typeface="Malgun Gothic"/>
                <a:ea typeface="Malgun Gothic"/>
                <a:cs typeface="Malgun Gothic"/>
              </a:rPr>
              <a:t>03  연결과 안정성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65872-3728-4428-B804-AE15AD84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기술별 구현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CFF6D-8A01-4EDE-A888-6969A78C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C3CFB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3CF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3CFBF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43051-D392-43E8-B8FB-8B0BE23F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81225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325" b="1">
                <a:solidFill>
                  <a:srgbClr val="C3CFB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C3CFB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C3CFBF"/>
                </a:solidFill>
                <a:latin typeface="Malgun Gothic"/>
                <a:ea typeface="Malgun Gothic"/>
                <a:cs typeface="Malgun Gothic"/>
              </a:rPr>
              <a:t>Python / FastAPI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5B94A-ACFE-458C-8827-CD70ECFE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답변 처리와 HTTP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9CF31-C36B-49EF-AC45-F34B471D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325" b="1">
                <a:solidFill>
                  <a:srgbClr val="C3CFB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C3CFB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C3CFBF"/>
                </a:solidFill>
                <a:latin typeface="Malgun Gothic"/>
                <a:ea typeface="Malgun Gothic"/>
                <a:cs typeface="Malgun Gothic"/>
              </a:rPr>
              <a:t>React / JavaScript / CSS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C35CE-4760-486D-B50A-BE982714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대화 화면과 반응형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6B135-F9D7-44E9-AFAE-6CB9AB80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14775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325" b="1">
                <a:solidFill>
                  <a:srgbClr val="C3CFB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C3CFB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C3CFBF"/>
                </a:solidFill>
                <a:latin typeface="Malgun Gothic"/>
                <a:ea typeface="Malgun Gothic"/>
                <a:cs typeface="Malgun Gothic"/>
              </a:rPr>
              <a:t>SQLite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FEBD2-83D4-4002-B17C-5B9E3636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1477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대화와 메시지 기록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3DFA5-A904-4F8A-AD57-1D90C233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8155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325" b="1">
                <a:solidFill>
                  <a:srgbClr val="C3CFB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C3CFB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C3CFBF"/>
                </a:solidFill>
                <a:latin typeface="Malgun Gothic"/>
                <a:ea typeface="Malgun Gothic"/>
                <a:cs typeface="Malgun Gothic"/>
              </a:rPr>
              <a:t>Render / GitHub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05C141-9D75-4280-981E-668149B8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815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배포와 코드 관리</a:t>
            </a:r>
          </a:p>
        </p:txBody>
      </p:sp>
    </p:spTree>
    <p:extLst>
      <p:ext uri="{BB962C8B-B14F-4D97-AF65-F5344CB8AC3E}">
        <p14:creationId xmlns:p14="http://schemas.microsoft.com/office/powerpoint/2010/main" val="7129019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2026-10-16T08:36:04.2950000Z</dcterms:created>
  <dcterms:modified xsi:type="dcterms:W3CDTF">2026-10-16T08:36:04.2950000Z</dcterms:modified>
</coreProperties>
</file>